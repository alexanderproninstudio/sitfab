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78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73025D-EB3A-4853-9636-FC64B07A78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872FF00-BEB6-4C36-87BE-DE928443F8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01011F7-E8B0-4FC4-8750-D355D57A6B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78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2042948-C5DE-44E7-BBC4-B9F3B74BFB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7991232-9F6A-4239-A8DC-EE9F940AE3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78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EA09D8A-E784-44F3-A7F2-7D6901E7C8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07B0123-3B88-40AD-9E47-07B7BC7330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780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9768EAB-CEAF-4531-8AFC-99172A6FCA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66333A9-7F7C-418E-AA69-47A82EA717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B9F08A4-3BB9-4D90-A94E-E86153AFF7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3FF27BC-7629-4307-ABAD-38F84BB358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780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F6C97F-2B2D-456B-8C04-EFBF5D9B9A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5C7F8C4-D2FF-4D08-BDEF-C696A1DFEC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6624AA-80C5-4A9E-83C5-F460F797A68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780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254B20F-63E0-49D7-81F4-4AC02E75AF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50EBC1-42DD-4A73-8C0B-28E3A7B812C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780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4720" cy="452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3520" y="1600200"/>
            <a:ext cx="4014720" cy="452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35EC477-430E-4969-94A8-EDCD116BF5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B145BD-C3E6-4D06-88D0-D71CF75F1A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780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D32DA4-9245-420E-A90F-C4BF06AEA5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6C03D44-AF03-4635-9A69-F6D6220E0A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E6CC74-9C08-441F-97B2-C866E8D426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1DEC1C7-E413-4C77-A2F9-11F4FBC6BF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0000" y="144000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Проект: Клиент и сервер (Простое введение во фронтэнд-бэкэнд)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/>
          <p:nvPr/>
        </p:nvSpPr>
        <p:spPr>
          <a:xfrm>
            <a:off x="900360" y="3420000"/>
            <a:ext cx="7378200" cy="19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Курс: «Основы программной инженерии: контроль версий, серверная логика и пользовательский интерфейс (GIT, PHP, Jetpack Compose)»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/>
          <p:nvPr/>
        </p:nvSpPr>
        <p:spPr>
          <a:xfrm>
            <a:off x="6772320" y="5580000"/>
            <a:ext cx="13258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ru-RU" sz="1600" spc="-1" strike="noStrike">
                <a:solidFill>
                  <a:srgbClr val="000000"/>
                </a:solidFill>
                <a:latin typeface="Calibri"/>
              </a:rPr>
              <a:t>Пронин А.В.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26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Что нужно уметь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60000" y="1042200"/>
            <a:ext cx="8638560" cy="59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Открыть и запустить проект в Android Studio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Редактировать XML-разметку (TextView, Button)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Понимать, как работает код в onCreate()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Уметь читать JSON (ключ: значение)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Понимать цикл for и работу с текстом в Kotlin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Сделать запрос по URL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Преобразовать JSON-строку в объект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Пройтись по ключам JSON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Отобразить результат на экране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Понимать, как работает сервер (PHP и массивы)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Шаги: сервер на PHP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Создай файл: api-fruits-simple.php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Укажи заголовок: Content-Type = application/json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Сделай ассоциативный массив: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ключ — название фрукта, значение — цвет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Преобразуй массив в JSON и отправь через echo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Шаги: клиент (Kotlin)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Создай проект в Android Studio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Добавь кнопку и TextView на экране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По нажатию кнопки: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Отправь GET-запрос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Прочитай ответ сервера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Преобразуй в JSON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Пройди по ключам и составь список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•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Покажи результат в TextView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Псевдокод клиента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Сетевой запрос (в отдельном потоке)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Получить JSON-строку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Преобразовать в объект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Для каждого ключа: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      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Вывести 'Фрукт — Цвет'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Самостоятельное задание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000" cy="175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Клиент + PHP JSON: Животные и их звуки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Цель задания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🔄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Повторить работу с сервером на PHP и клиентом на Kotlin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📥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Получить JSON с сервера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📄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Распарсить и вывести в TextView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🎯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Научиться делать простые проекты по аналогии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Что ты уже умеешь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✅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Писать простые скрипты на PHP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✅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Возвращать JSON (ассоциативный массив)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✅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Работать с TextView и Button в XML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✅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Получать JSON через HttpURLConnection и обрабатывать в Kotlin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Что нужно сделать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Скопируй прошлый проект (с фруктами)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Замени PHP-скрипт: вместо фруктов — животные и их звуки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Измени URL в Kotlin-коде (если нужно)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Обнови заголовок и вывод в приложении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Microsoft YaHei"/>
              </a:rPr>
              <a:t>5. Измени цвета, названия, UI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Пример вывода в приложении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Собака — гав-гав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Кошка — мяу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Корова — му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Дополнительно 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🌟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Выбери свою категорию (например, страны и столицы)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🌍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Измени цвета, названия, UI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LibreOffice/24.2.5.2$Windows_X86_64 LibreOffice_project/bffef4ea93e59bebbeaf7f431bb02b1a39ee8a59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ru-RU</dc:language>
  <cp:lastModifiedBy/>
  <dcterms:modified xsi:type="dcterms:W3CDTF">2025-06-13T23:48:40Z</dcterms:modified>
  <cp:revision>20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